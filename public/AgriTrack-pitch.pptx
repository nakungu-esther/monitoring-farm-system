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INKPAD\fram-trackerFE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AgriTrack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farm monitoring &amp; financial trust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place for owners and investors to watch operations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0815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trust what happens with money — from anywhere.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557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Sui · Pitch · April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15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· Esther Nakungu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18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project · AgriTrack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picture of what happens on the farm for people who are not on site.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hard to prove when records are informal or easy to argue about.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owners cannot verify day-to-day work or payments with confidence.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— farmers log what happens as it happens.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— farmer, trader, and admin each see what they should.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payments — Sui for proof when it matters.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operations and trust the money trail from anywhere.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8229600" cy="77724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farm management — it is trusted, verifiable agricultural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flow from field to chain to oversight.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8321040" cy="3246120"/>
        </p:xfrm>
        <a:graphic>
          <a:graphicData uri="http://schemas.openxmlformats.org/drawingml/2006/table">
            <a:tbl>
              <a:tblPr/>
              <a:tblGrid>
                <a:gridCol w="2770632"/>
                <a:gridCol w="2770632"/>
                <a:gridCol w="2770632"/>
              </a:tblGrid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identified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63731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637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Input, farm logs &amp; harvests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Stock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Sales &amp; purchases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Payments on Sui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Live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Monitoring &amp;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1"/>
                    </a:solidFill>
                  </a:tcPr>
                </a:tc>
              </a:tr>
              <a:tr h="463731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63731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6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63731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463731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updates → Alerts → Admin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farm logs with optional photo proof.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stock, revenue, and alerts.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credit tracked in one place.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 on Sui when you need proof.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full system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produce, revenue, and charts in one place for oversight.</a:t>
            </a:r>
            <a:endParaRPr lang="en-US" sz="1200" dirty="0"/>
          </a:p>
        </p:txBody>
      </p:sp>
      <p:pic>
        <p:nvPicPr>
          <p:cNvPr id="5" name="Image 0" descr="C:\Users\THINKPAD\fram-trackerFE\public\pitch-assets\pitch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85039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— day-to-day 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Harvests, stock, and money received — what happens on the farm.</a:t>
            </a:r>
            <a:endParaRPr lang="en-US" sz="1200" dirty="0"/>
          </a:p>
        </p:txBody>
      </p:sp>
      <p:pic>
        <p:nvPicPr>
          <p:cNvPr id="5" name="Image 0" descr="C:\Users\THINKPAD\fram-trackerFE\public\pitch-assets\pitch-far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85039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— sales &amp; payments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Purchases, amounts in UGX, and a clear purchasing desk.</a:t>
            </a:r>
            <a:endParaRPr lang="en-US" sz="1200" dirty="0"/>
          </a:p>
        </p:txBody>
      </p:sp>
      <p:pic>
        <p:nvPicPr>
          <p:cNvPr id="5" name="Image 0" descr="C:\Users\THINKPAD\fram-trackerFE\public\pitch-assets\pitch-tr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85039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on Sui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real wallet or use mock SUI for demos — same flow.</a:t>
            </a:r>
            <a:endParaRPr lang="en-US" sz="1200" dirty="0"/>
          </a:p>
        </p:txBody>
      </p:sp>
      <p:pic>
        <p:nvPicPr>
          <p:cNvPr id="5" name="Image 0" descr="C:\Users\THINKPAD\fram-trackerFE\public\pitch-assets\pitch-wallet-conn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85039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TRUST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 to ledger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receive, link a payment to a sale, optional escrow — proof end to end.</a:t>
            </a:r>
            <a:endParaRPr lang="en-US" sz="1200" dirty="0"/>
          </a:p>
        </p:txBody>
      </p:sp>
      <p:pic>
        <p:nvPicPr>
          <p:cNvPr id="5" name="Image 0" descr="C:\Users\THINKPAD\fram-trackerFE\public\pitch-assets\pitch-wallet-esc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0"/>
            <a:ext cx="85039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2788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accountability in the field.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trail of work, stock, harvests.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disputes with buyers.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case for credit and support.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143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&amp; investors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508760"/>
            <a:ext cx="2788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from a live picture.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costs, alerts without waiting on reports.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signals when something drifts.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for boards, donors, partners.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1143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Agribusiness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508760"/>
            <a:ext cx="2788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losing transparency.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across farmers or sites.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that match real teams.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for audits and pilots.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needs trust, not only effort.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records reduce fraud and confusion around money.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ownership only works with visibility and proof.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experience so daily input is effortless.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proof — location and media where it helps.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payment rails alongside Sui.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pilot — name your partner on this slide.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transparency for the people who feed us.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presented by · Esther Nakungu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· Thank you for your time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AgriTrack — Pitch</dc:title>
  <dc:subject>Remote farm monitoring &amp; financial trust</dc:subject>
  <dc:creator>Esther Nakungu</dc:creator>
  <cp:lastModifiedBy>Esther Nakungu</cp:lastModifiedBy>
  <cp:revision>1</cp:revision>
  <dcterms:created xsi:type="dcterms:W3CDTF">2026-04-21T14:46:24Z</dcterms:created>
  <dcterms:modified xsi:type="dcterms:W3CDTF">2026-04-21T14:46:24Z</dcterms:modified>
</cp:coreProperties>
</file>